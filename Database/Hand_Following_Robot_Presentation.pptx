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 Following Robot Using IR Sensor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Submitted by: Mashab Jadoon</a:t>
            </a:r>
          </a:p>
          <a:p>
            <a:r>
              <a:t>Course: Robotics / Embedded Systems</a:t>
            </a:r>
          </a:p>
          <a:p>
            <a:r>
              <a:t>Institute: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Robot follows hand using IR sensor</a:t>
            </a:r>
          </a:p>
          <a:p>
            <a:r>
              <a:t>• Detects hand by infrared reflection</a:t>
            </a:r>
          </a:p>
          <a:p>
            <a:r>
              <a:t>• Demonstrates automation and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 hand following robot</a:t>
            </a:r>
          </a:p>
          <a:p>
            <a:r>
              <a:t>• Detect hand using IR sensor</a:t>
            </a:r>
          </a:p>
          <a:p>
            <a:r>
              <a:t>• Control motors with Arduino</a:t>
            </a:r>
          </a:p>
          <a:p>
            <a:r>
              <a:t>• Apply physics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Arduino Uno</a:t>
            </a:r>
          </a:p>
          <a:p>
            <a:r>
              <a:t>• Motor Driver Shield</a:t>
            </a:r>
          </a:p>
          <a:p>
            <a:r>
              <a:t>• DC Motors &amp; Wheels</a:t>
            </a:r>
          </a:p>
          <a:p>
            <a:r>
              <a:t>• IR Sensor</a:t>
            </a:r>
          </a:p>
          <a:p>
            <a:r>
              <a:t>• Chassis</a:t>
            </a:r>
          </a:p>
          <a:p>
            <a:r>
              <a:t>• Battery &amp; Wires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IR sensor emits infrared light</a:t>
            </a:r>
          </a:p>
          <a:p>
            <a:r>
              <a:t>• Hand reflects light back</a:t>
            </a:r>
          </a:p>
          <a:p>
            <a:r>
              <a:t>• Arduino processes signal</a:t>
            </a:r>
          </a:p>
          <a:p>
            <a:r>
              <a:t>• Motors move robot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Optics: IR light reflection</a:t>
            </a:r>
          </a:p>
          <a:p>
            <a:r>
              <a:t>• Electricity: Power &amp; circuits</a:t>
            </a:r>
          </a:p>
          <a:p>
            <a:r>
              <a:t>• Electromagnetism: Motor rotation</a:t>
            </a:r>
          </a:p>
          <a:p>
            <a:r>
              <a:t>• Mechanics: Motion of wheels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(Where We Use 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Service robots</a:t>
            </a:r>
          </a:p>
          <a:p>
            <a:r>
              <a:t>• Industrial automation</a:t>
            </a:r>
          </a:p>
          <a:p>
            <a:r>
              <a:t>• Medical assistance</a:t>
            </a:r>
          </a:p>
          <a:p>
            <a:r>
              <a:t>• Educational projects</a:t>
            </a:r>
          </a:p>
          <a:p>
            <a:r>
              <a:t>• Smart assistance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</a:t>
            </a:r>
          </a:p>
          <a:p>
            <a:r>
              <a:t>• Low cost</a:t>
            </a:r>
          </a:p>
          <a:p>
            <a:r>
              <a:t>• Simple design</a:t>
            </a:r>
          </a:p>
          <a:p>
            <a:r>
              <a:t>• Contactless control</a:t>
            </a:r>
          </a:p>
          <a:p/>
          <a:p>
            <a:r>
              <a:t>Limitations:</a:t>
            </a:r>
          </a:p>
          <a:p>
            <a:r>
              <a:t>• Short range</a:t>
            </a:r>
          </a:p>
          <a:p>
            <a:r>
              <a:t>• Light sensitivity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Robot follows hand successfully</a:t>
            </a:r>
          </a:p>
          <a:p>
            <a:r>
              <a:t>• Uses IR reflection principle</a:t>
            </a:r>
          </a:p>
          <a:p>
            <a:r>
              <a:t>• Combines physics &amp; robotics</a:t>
            </a:r>
          </a:p>
          <a:p>
            <a:r>
              <a:t>• Useful learning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